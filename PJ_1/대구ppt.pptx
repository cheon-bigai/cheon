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5" r:id="rId4"/>
    <p:sldId id="274" r:id="rId5"/>
    <p:sldId id="276" r:id="rId6"/>
    <p:sldId id="259" r:id="rId7"/>
    <p:sldId id="258" r:id="rId8"/>
    <p:sldId id="262" r:id="rId9"/>
    <p:sldId id="277" r:id="rId10"/>
    <p:sldId id="260" r:id="rId11"/>
    <p:sldId id="261" r:id="rId12"/>
    <p:sldId id="278" r:id="rId13"/>
    <p:sldId id="263" r:id="rId14"/>
    <p:sldId id="284" r:id="rId15"/>
    <p:sldId id="264" r:id="rId16"/>
    <p:sldId id="280" r:id="rId17"/>
    <p:sldId id="281" r:id="rId18"/>
    <p:sldId id="283" r:id="rId19"/>
    <p:sldId id="282" r:id="rId20"/>
    <p:sldId id="265" r:id="rId21"/>
    <p:sldId id="266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2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E123B-4766-4355-8FFD-C29D11193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CB052EE-0C46-4D42-8C09-7C2FD3F54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38D30A-B2D6-46B0-B0E9-FDE77ECD2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BD20E1-CF30-4722-BF7C-885301AC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FA8192-FA58-471B-854E-ADB8BC1F3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817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6CFFF-56F2-4265-AA9E-B7D37E744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0B3585-FCF4-47F1-BE63-FF3A075EE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486C0-EAB8-4283-A174-0E5CAEFED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4C4486-3F19-426E-B6C8-3F93F36DC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65E7DF-22A1-4A66-A988-0411C3F9C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6583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BF2FE-3F04-4C57-9F4D-E7807A40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1DE6D3-2701-4E2A-A47B-0197A17AB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FA0A5F-F4C7-49DD-A952-D836A34AE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62EED-C0E9-42C7-B351-9BE50F9F4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8851E6-1A86-437D-BF1D-7FC7ED8EB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479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9B885F-5569-4CDA-A27B-E0673F4CC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2CB10-B44E-4D5C-B21B-FFF4AC45C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60A261-FB20-46A5-B148-B589C5930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B329EA-41E5-4A8B-A3A6-ED9D0D0E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D4D13D-5D2E-44C8-B981-8640AD441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6281C9-3A10-4C69-8E31-99AD588E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158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92C13-2520-4496-B1F2-BCCC6286C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F70829-13E0-4F2F-8A1A-B33E9D78A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B2CBC8-DB6F-42E4-A045-3611750E7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809DD3-62BB-4A08-A698-8C885CB540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1C39B3-F217-4DE3-8036-F743A7E69F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F28A5B-D891-4951-8186-BB5245BD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7D37163-0A0F-4387-AC96-14538BDD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24B55E-14CF-485F-ADCB-92AC2939F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093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954BA-CC12-4750-A629-7B315B87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50285F7-A068-4730-8D10-7C689F64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3D6A1E-8223-4F6F-A91E-98574F8C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01D114-AB3B-42E0-B847-6567CD6E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70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F339C1-A302-4713-9ED4-D780FC216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0005D3-D204-4CC0-BCB8-EF39629C0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6DAB1A-43E4-4674-ADA7-CFAD982D0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856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D071C2-CABE-41E3-AAFE-B5D203F52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46280-E1D6-4D87-9725-E74FFBEE3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2DBFFA-76D5-441A-90A2-EE62F960F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E5CE2-B715-4CF4-913F-76C9A8531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AC4C0F-4EAB-4EF1-915E-1AC22F902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79B116-8FB2-4664-8CCE-F630A9BD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209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BA4DB-C3D1-47C5-9EB7-A87B79F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46EE54B-8521-4C7D-98DD-03FB0676D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3BA28B-78CF-4926-BBD5-D2998F5E9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607D59-6EC2-4296-B73D-EC132C2C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4BE79A-E68B-45D0-B6BD-C95FF6DBC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10DF69-D1A6-496A-A384-DE5717FEB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920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E04D7B-4839-453B-8AD0-5EFFE829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5B30C-203F-454C-BB22-C21AF9375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D305BF-2C4A-44B6-9301-D3D73E5F1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F28A1E-A5C4-43E6-8AD8-82AAF8ED1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50F8AA-0900-458E-AF7A-00D9F514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331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68C5906-E3A1-494E-850E-AB91A9D0A5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927E47-F8EF-4000-9171-621EC00B5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C6E88C-EBFD-4273-BB78-2581AA12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8C205F-AD1B-4948-8C0C-F2B81C5F4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11D90C-987D-4D96-A53A-AAD620A73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680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968A3B-828D-4414-A3F8-177701BE9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4270E6-134B-4477-8902-E2DFC46A5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FA10DE-E199-459D-87C8-16483A7D6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BA663-A509-4102-8746-D9951BE02F1E}" type="datetimeFigureOut">
              <a:rPr lang="ko-KR" altLang="en-US" smtClean="0"/>
              <a:t>2025-02-24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5F8253-50A2-4E3D-8B39-B6E53CF1F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14CED7-CCB9-4300-9E29-C5831940E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D2F7F-006B-49B7-A17F-C1228694BC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97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코로나 견뎌낸 대구, 그 빛나는 골목들 | 중앙일보">
            <a:extLst>
              <a:ext uri="{FF2B5EF4-FFF2-40B4-BE49-F238E27FC236}">
                <a16:creationId xmlns:a16="http://schemas.microsoft.com/office/drawing/2014/main" id="{FB2C4241-60A3-4164-82F6-BF3299360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4008"/>
            <a:ext cx="12192000" cy="6900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60CF7DA-39DF-4EB5-98B0-AF6C09F9C678}"/>
              </a:ext>
            </a:extLst>
          </p:cNvPr>
          <p:cNvSpPr/>
          <p:nvPr/>
        </p:nvSpPr>
        <p:spPr>
          <a:xfrm>
            <a:off x="3643884" y="1716155"/>
            <a:ext cx="4005072" cy="20974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68B5A-FD3E-4D99-BD9E-CB8674DD17EF}"/>
              </a:ext>
            </a:extLst>
          </p:cNvPr>
          <p:cNvSpPr txBox="1"/>
          <p:nvPr/>
        </p:nvSpPr>
        <p:spPr>
          <a:xfrm>
            <a:off x="3822191" y="2210860"/>
            <a:ext cx="54315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/>
              <a:t>대구 인구 전출 추이</a:t>
            </a:r>
            <a:r>
              <a:rPr lang="en-US" altLang="ko-KR" sz="30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14085-5EC9-4C45-AE0F-86AFECEC2C3A}"/>
              </a:ext>
            </a:extLst>
          </p:cNvPr>
          <p:cNvSpPr txBox="1"/>
          <p:nvPr/>
        </p:nvSpPr>
        <p:spPr>
          <a:xfrm>
            <a:off x="9253728" y="5431536"/>
            <a:ext cx="189280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천우성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F7DD5-BF9E-466F-86FA-5E9A44594E7B}"/>
              </a:ext>
            </a:extLst>
          </p:cNvPr>
          <p:cNvSpPr txBox="1"/>
          <p:nvPr/>
        </p:nvSpPr>
        <p:spPr>
          <a:xfrm>
            <a:off x="4709160" y="3069015"/>
            <a:ext cx="2423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타 지역과 비교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BE75459-6ACC-4FC2-B392-0BEED3E1CBB1}"/>
              </a:ext>
            </a:extLst>
          </p:cNvPr>
          <p:cNvCxnSpPr/>
          <p:nvPr/>
        </p:nvCxnSpPr>
        <p:spPr>
          <a:xfrm>
            <a:off x="4160520" y="2916936"/>
            <a:ext cx="2971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094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19BC79-D59A-4C13-8BAD-15132511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BB336-B965-4C20-98E8-F533B3C41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620" y="1801367"/>
            <a:ext cx="9890760" cy="430244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1.</a:t>
            </a:r>
            <a:r>
              <a:rPr lang="ko-KR" altLang="en-US" sz="2400" dirty="0"/>
              <a:t>수치측정단위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2. </a:t>
            </a:r>
            <a:r>
              <a:rPr lang="ko-KR" altLang="en-US" sz="2400" dirty="0"/>
              <a:t>전국 인구 및 대구 전출 추이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3. IMF (</a:t>
            </a:r>
            <a:r>
              <a:rPr lang="ko-KR" altLang="en-US" sz="2400" dirty="0"/>
              <a:t>대구 </a:t>
            </a:r>
            <a:r>
              <a:rPr lang="en-US" altLang="ko-KR" sz="2400" dirty="0"/>
              <a:t>-</a:t>
            </a:r>
            <a:r>
              <a:rPr lang="ko-KR" altLang="en-US" sz="2400" dirty="0"/>
              <a:t> 서울 다른 </a:t>
            </a:r>
            <a:r>
              <a:rPr lang="ko-KR" altLang="en-US" sz="2400" dirty="0" err="1"/>
              <a:t>산업군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r>
              <a:rPr lang="en-US" altLang="ko-KR" sz="2400" dirty="0"/>
              <a:t>4. </a:t>
            </a:r>
            <a:r>
              <a:rPr lang="ko-KR" altLang="en-US" sz="2400" dirty="0"/>
              <a:t>코로나 </a:t>
            </a:r>
            <a:r>
              <a:rPr lang="en-US" altLang="ko-KR" sz="2400" dirty="0"/>
              <a:t>(</a:t>
            </a:r>
            <a:r>
              <a:rPr lang="ko-KR" altLang="en-US" sz="2400" dirty="0"/>
              <a:t>대구 </a:t>
            </a:r>
            <a:r>
              <a:rPr lang="en-US" altLang="ko-KR" sz="2400" dirty="0"/>
              <a:t>– </a:t>
            </a:r>
            <a:r>
              <a:rPr lang="ko-KR" altLang="en-US" sz="2400" dirty="0"/>
              <a:t>경북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r>
              <a:rPr lang="en-US" altLang="ko-KR" sz="2400" dirty="0"/>
              <a:t>5. </a:t>
            </a:r>
            <a:r>
              <a:rPr lang="ko-KR" altLang="en-US" sz="2400" dirty="0"/>
              <a:t>대구와 유사한 도시 </a:t>
            </a:r>
            <a:r>
              <a:rPr lang="en-US" altLang="ko-KR" sz="2400" dirty="0"/>
              <a:t>(</a:t>
            </a:r>
            <a:r>
              <a:rPr lang="ko-KR" altLang="en-US" sz="2400" dirty="0"/>
              <a:t>대구 </a:t>
            </a:r>
            <a:r>
              <a:rPr lang="en-US" altLang="ko-KR" sz="2400" dirty="0"/>
              <a:t>- </a:t>
            </a:r>
            <a:r>
              <a:rPr lang="ko-KR" altLang="en-US" sz="2400" dirty="0"/>
              <a:t>부산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9914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측정이란 무엇인가 [1] – 고등과학원 HORIZON">
            <a:extLst>
              <a:ext uri="{FF2B5EF4-FFF2-40B4-BE49-F238E27FC236}">
                <a16:creationId xmlns:a16="http://schemas.microsoft.com/office/drawing/2014/main" id="{19E5AA11-6E7A-428B-BDF6-CB57B7CBF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852488"/>
            <a:ext cx="10753725" cy="515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CFD4E4-A1B3-46A8-A482-C2D5F7F3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386" y="2951571"/>
            <a:ext cx="10515600" cy="1325563"/>
          </a:xfrm>
        </p:spPr>
        <p:txBody>
          <a:bodyPr/>
          <a:lstStyle/>
          <a:p>
            <a:r>
              <a:rPr lang="ko-KR" altLang="en-US" dirty="0"/>
              <a:t>측정 단위</a:t>
            </a:r>
          </a:p>
        </p:txBody>
      </p:sp>
    </p:spTree>
    <p:extLst>
      <p:ext uri="{BB962C8B-B14F-4D97-AF65-F5344CB8AC3E}">
        <p14:creationId xmlns:p14="http://schemas.microsoft.com/office/powerpoint/2010/main" val="1820536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85A7E-11B8-4763-ABB0-3E9AF0C5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측정 단위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4729F1-A9AA-41A7-BC09-E42D3D739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978" y="4370832"/>
            <a:ext cx="8294022" cy="17144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14F241-A193-4B56-8A78-941C99ECC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7978" y="1758993"/>
            <a:ext cx="7841091" cy="22186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80F364-980B-45FC-BE41-48733236CEE0}"/>
              </a:ext>
            </a:extLst>
          </p:cNvPr>
          <p:cNvSpPr txBox="1"/>
          <p:nvPr/>
        </p:nvSpPr>
        <p:spPr>
          <a:xfrm>
            <a:off x="320040" y="3105834"/>
            <a:ext cx="2606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 지역 전출 인구</a:t>
            </a:r>
            <a:endParaRPr lang="en-US" altLang="ko-KR" dirty="0"/>
          </a:p>
          <a:p>
            <a:r>
              <a:rPr lang="en-US" altLang="ko-KR" dirty="0"/>
              <a:t>-----------------------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해당 지역 인구</a:t>
            </a:r>
          </a:p>
        </p:txBody>
      </p:sp>
    </p:spTree>
    <p:extLst>
      <p:ext uri="{BB962C8B-B14F-4D97-AF65-F5344CB8AC3E}">
        <p14:creationId xmlns:p14="http://schemas.microsoft.com/office/powerpoint/2010/main" val="1886496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201B60D-B5A8-4BD7-9E5F-A8F801E2A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519"/>
            <a:ext cx="12192000" cy="645496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CFD4E4-A1B3-46A8-A482-C2D5F7F3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0033" y="1161586"/>
            <a:ext cx="10515600" cy="1325563"/>
          </a:xfrm>
          <a:solidFill>
            <a:schemeClr val="bg1"/>
          </a:solidFill>
        </p:spPr>
        <p:txBody>
          <a:bodyPr/>
          <a:lstStyle/>
          <a:p>
            <a:r>
              <a:rPr lang="ko-KR" altLang="en-US" dirty="0"/>
              <a:t>   </a:t>
            </a:r>
            <a:r>
              <a:rPr lang="en-US" altLang="ko-KR" dirty="0"/>
              <a:t>2. </a:t>
            </a:r>
            <a:r>
              <a:rPr lang="ko-KR" altLang="en-US" dirty="0"/>
              <a:t>전국 인원 추이 및 대구 전출 추이</a:t>
            </a:r>
          </a:p>
        </p:txBody>
      </p:sp>
    </p:spTree>
    <p:extLst>
      <p:ext uri="{BB962C8B-B14F-4D97-AF65-F5344CB8AC3E}">
        <p14:creationId xmlns:p14="http://schemas.microsoft.com/office/powerpoint/2010/main" val="2007537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6EEC7F-E03E-4582-A8F6-C4E187962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77" y="141165"/>
            <a:ext cx="10767207" cy="611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56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FFE2C1-3992-4F81-874C-0FBDAD02C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96" y="275434"/>
            <a:ext cx="9812119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04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062604F-F4A2-4A82-9D42-C5782E0B4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2" y="64008"/>
            <a:ext cx="120285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97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통계 조작의 유혹③] 20년 전 IMF 외환위기의 시작은…부실한 외환보유 '기록'이었다 | 중앙일보">
            <a:extLst>
              <a:ext uri="{FF2B5EF4-FFF2-40B4-BE49-F238E27FC236}">
                <a16:creationId xmlns:a16="http://schemas.microsoft.com/office/drawing/2014/main" id="{32AF9765-079E-4AE5-9ED9-0728D4A9F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" y="0"/>
            <a:ext cx="121889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CFD4E4-A1B3-46A8-A482-C2D5F7F3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684" y="244211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 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		</a:t>
            </a:r>
            <a:r>
              <a:rPr lang="ko-KR" altLang="en-US" dirty="0" err="1"/>
              <a:t>산업군</a:t>
            </a:r>
            <a:r>
              <a:rPr lang="ko-KR" altLang="en-US" dirty="0"/>
              <a:t> 변동 </a:t>
            </a:r>
            <a:r>
              <a:rPr lang="en-US" altLang="ko-KR" dirty="0"/>
              <a:t>= ? </a:t>
            </a:r>
            <a:r>
              <a:rPr lang="ko-KR" altLang="en-US" dirty="0"/>
              <a:t>지역 인구 변동</a:t>
            </a:r>
            <a:r>
              <a:rPr lang="en-US" altLang="ko-KR" dirty="0"/>
              <a:t>?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		=&gt; </a:t>
            </a:r>
            <a:r>
              <a:rPr lang="ko-KR" altLang="en-US" dirty="0"/>
              <a:t>대구와 서울 비교</a:t>
            </a:r>
            <a:br>
              <a:rPr lang="en-US" altLang="ko-KR" dirty="0"/>
            </a:br>
            <a:r>
              <a:rPr lang="en-US" altLang="ko-KR" dirty="0"/>
              <a:t>		        (1997~ 2001)</a:t>
            </a:r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CCCE946-5482-453E-9CC1-6659F53F6097}"/>
              </a:ext>
            </a:extLst>
          </p:cNvPr>
          <p:cNvCxnSpPr>
            <a:cxnSpLocks/>
          </p:cNvCxnSpPr>
          <p:nvPr/>
        </p:nvCxnSpPr>
        <p:spPr>
          <a:xfrm>
            <a:off x="557784" y="1901952"/>
            <a:ext cx="42245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2" descr="1997년 외환 위기 - 나무위키">
            <a:extLst>
              <a:ext uri="{FF2B5EF4-FFF2-40B4-BE49-F238E27FC236}">
                <a16:creationId xmlns:a16="http://schemas.microsoft.com/office/drawing/2014/main" id="{1D937F7A-866B-4BD2-8A00-C6B1169366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805737-8F3C-445D-AB26-80AE357C1067}"/>
              </a:ext>
            </a:extLst>
          </p:cNvPr>
          <p:cNvSpPr/>
          <p:nvPr/>
        </p:nvSpPr>
        <p:spPr>
          <a:xfrm>
            <a:off x="1728216" y="570312"/>
            <a:ext cx="8330184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3. IMF </a:t>
            </a:r>
            <a:r>
              <a:rPr lang="ko-KR" altLang="en-US" sz="3000" dirty="0"/>
              <a:t>외환 위기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C5E0BF-3BDD-4052-85B1-66B12F266255}"/>
              </a:ext>
            </a:extLst>
          </p:cNvPr>
          <p:cNvSpPr/>
          <p:nvPr/>
        </p:nvSpPr>
        <p:spPr>
          <a:xfrm>
            <a:off x="2441448" y="1892808"/>
            <a:ext cx="7004304" cy="37124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 </a:t>
            </a:r>
            <a:r>
              <a:rPr lang="ko-KR" altLang="en-US" sz="2500" dirty="0"/>
              <a:t>산업군 변동 </a:t>
            </a:r>
            <a:r>
              <a:rPr lang="en-US" altLang="ko-KR" sz="2500" dirty="0"/>
              <a:t>=&gt; </a:t>
            </a:r>
            <a:r>
              <a:rPr lang="ko-KR" altLang="en-US" sz="2500" dirty="0"/>
              <a:t>지역 인구 변동</a:t>
            </a:r>
            <a:r>
              <a:rPr lang="en-US" altLang="ko-KR" sz="2500" dirty="0"/>
              <a:t>?</a:t>
            </a:r>
            <a:br>
              <a:rPr lang="en-US" altLang="ko-KR" sz="2500" dirty="0"/>
            </a:br>
            <a:br>
              <a:rPr lang="en-US" altLang="ko-KR" sz="2500" dirty="0"/>
            </a:br>
            <a:r>
              <a:rPr lang="en-US" altLang="ko-KR" sz="2500" dirty="0"/>
              <a:t>=&gt; </a:t>
            </a:r>
            <a:r>
              <a:rPr lang="ko-KR" altLang="en-US" sz="2500" dirty="0"/>
              <a:t>대구와 서울 비교</a:t>
            </a:r>
            <a:br>
              <a:rPr lang="en-US" altLang="ko-KR" sz="2500" dirty="0"/>
            </a:br>
            <a:r>
              <a:rPr lang="en-US" altLang="ko-KR" sz="2500" dirty="0"/>
              <a:t> (1997~ 2001)</a:t>
            </a:r>
            <a:endParaRPr lang="ko-KR" altLang="en-US" sz="2500" dirty="0"/>
          </a:p>
        </p:txBody>
      </p:sp>
    </p:spTree>
    <p:extLst>
      <p:ext uri="{BB962C8B-B14F-4D97-AF65-F5344CB8AC3E}">
        <p14:creationId xmlns:p14="http://schemas.microsoft.com/office/powerpoint/2010/main" val="3553367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40CA79F-AA95-4589-95E4-1081B9A04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61" y="518706"/>
            <a:ext cx="9821646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1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2DBB7F-AE6B-4E0A-A710-6CC8D3D63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56" y="347728"/>
            <a:ext cx="10341864" cy="6162543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B20D5B88-A503-47AA-AF34-34024E3AFD21}"/>
              </a:ext>
            </a:extLst>
          </p:cNvPr>
          <p:cNvSpPr/>
          <p:nvPr/>
        </p:nvSpPr>
        <p:spPr>
          <a:xfrm rot="5400000">
            <a:off x="3194992" y="2224216"/>
            <a:ext cx="1967731" cy="626486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901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코로나바이러스감염증-19 Q&amp;A | 건강이야기 | 헬스 | 서울아산병원 뉴스룸">
            <a:extLst>
              <a:ext uri="{FF2B5EF4-FFF2-40B4-BE49-F238E27FC236}">
                <a16:creationId xmlns:a16="http://schemas.microsoft.com/office/drawing/2014/main" id="{48BFE3C5-6159-4C9F-8F9B-08E721A07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12" y="131115"/>
            <a:ext cx="11887978" cy="63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CFD4E4-A1B3-46A8-A482-C2D5F7F3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1459" y="2766218"/>
            <a:ext cx="10515600" cy="1325563"/>
          </a:xfrm>
        </p:spPr>
        <p:txBody>
          <a:bodyPr/>
          <a:lstStyle/>
          <a:p>
            <a:r>
              <a:rPr lang="ko-KR" altLang="en-US" dirty="0"/>
              <a:t>대구와 경북 비교 </a:t>
            </a:r>
            <a:br>
              <a:rPr lang="en-US" altLang="ko-KR" dirty="0"/>
            </a:br>
            <a:r>
              <a:rPr lang="en-US" altLang="ko-KR" dirty="0"/>
              <a:t>(2018 ~ 2023)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19B3DE-2FD3-46FC-B8E2-D3F0F6A6BECB}"/>
              </a:ext>
            </a:extLst>
          </p:cNvPr>
          <p:cNvSpPr/>
          <p:nvPr/>
        </p:nvSpPr>
        <p:spPr>
          <a:xfrm>
            <a:off x="839755" y="671804"/>
            <a:ext cx="5812972" cy="14089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4. </a:t>
            </a:r>
            <a:r>
              <a:rPr lang="ko-KR" altLang="en-US" sz="3000" dirty="0"/>
              <a:t>코로나로 대구를 떠났을까</a:t>
            </a:r>
            <a:r>
              <a:rPr lang="en-US" altLang="ko-KR" sz="3000" dirty="0"/>
              <a:t>?</a:t>
            </a:r>
            <a:endParaRPr lang="ko-KR" altLang="en-US" sz="3000" dirty="0"/>
          </a:p>
        </p:txBody>
      </p:sp>
    </p:spTree>
    <p:extLst>
      <p:ext uri="{BB962C8B-B14F-4D97-AF65-F5344CB8AC3E}">
        <p14:creationId xmlns:p14="http://schemas.microsoft.com/office/powerpoint/2010/main" val="267101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7BF890B-D671-41AF-A9E7-A59A3ECA9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940" y="494890"/>
            <a:ext cx="9812119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770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9FFE2C1-3992-4F81-874C-0FBDAD02C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96" y="275434"/>
            <a:ext cx="9812119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03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7EAC9AC-D240-4E14-B5F9-759DA9BF2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" y="199881"/>
            <a:ext cx="10826496" cy="6167992"/>
          </a:xfrm>
          <a:prstGeom prst="rect">
            <a:avLst/>
          </a:prstGeom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7124187B-4DB1-4D9F-A07A-C61D1F7CE473}"/>
              </a:ext>
            </a:extLst>
          </p:cNvPr>
          <p:cNvSpPr/>
          <p:nvPr/>
        </p:nvSpPr>
        <p:spPr>
          <a:xfrm rot="16200000">
            <a:off x="5340096" y="1673352"/>
            <a:ext cx="2267712" cy="15179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565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서울촌놈&gt; 따라 찐 부산 여행 : 인터파크투어 프리야 여행정보">
            <a:extLst>
              <a:ext uri="{FF2B5EF4-FFF2-40B4-BE49-F238E27FC236}">
                <a16:creationId xmlns:a16="http://schemas.microsoft.com/office/drawing/2014/main" id="{4B92EFCF-FC62-4D77-820C-5805225A9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5CFD4E4-A1B3-46A8-A482-C2D5F7F3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2727" y="3800656"/>
            <a:ext cx="4811301" cy="1325563"/>
          </a:xfrm>
          <a:solidFill>
            <a:schemeClr val="bg1"/>
          </a:solidFill>
        </p:spPr>
        <p:txBody>
          <a:bodyPr/>
          <a:lstStyle/>
          <a:p>
            <a:r>
              <a:rPr lang="ko-KR" altLang="en-US" dirty="0"/>
              <a:t>대구와 부산 비교 </a:t>
            </a:r>
            <a:br>
              <a:rPr lang="en-US" altLang="ko-KR" dirty="0"/>
            </a:br>
            <a:r>
              <a:rPr lang="en-US" altLang="ko-KR" dirty="0"/>
              <a:t>(1992 ~ 2023)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F19B3DE-2FD3-46FC-B8E2-D3F0F6A6BECB}"/>
              </a:ext>
            </a:extLst>
          </p:cNvPr>
          <p:cNvSpPr/>
          <p:nvPr/>
        </p:nvSpPr>
        <p:spPr>
          <a:xfrm>
            <a:off x="839754" y="671804"/>
            <a:ext cx="6886925" cy="21273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000" dirty="0"/>
              <a:t>5.</a:t>
            </a:r>
            <a:r>
              <a:rPr lang="ko-KR" altLang="en-US" sz="3000" dirty="0"/>
              <a:t>유사한 특성을 가진 </a:t>
            </a:r>
            <a:r>
              <a:rPr lang="ko-KR" altLang="en-US" sz="3000" dirty="0" err="1"/>
              <a:t>지역와</a:t>
            </a:r>
            <a:r>
              <a:rPr lang="ko-KR" altLang="en-US" sz="3000" dirty="0"/>
              <a:t> 비교</a:t>
            </a:r>
            <a:endParaRPr lang="en-US" altLang="ko-KR" sz="3000" dirty="0"/>
          </a:p>
          <a:p>
            <a:pPr algn="ctr"/>
            <a:endParaRPr lang="en-US" altLang="ko-KR" sz="3000" dirty="0"/>
          </a:p>
          <a:p>
            <a:pPr algn="ctr"/>
            <a:r>
              <a:rPr lang="en-US" altLang="ko-KR" sz="2300" dirty="0"/>
              <a:t>(sub. </a:t>
            </a:r>
            <a:r>
              <a:rPr lang="ko-KR" altLang="en-US" sz="2300" dirty="0"/>
              <a:t>지하철 </a:t>
            </a:r>
            <a:r>
              <a:rPr lang="en-US" altLang="ko-KR" sz="2300" dirty="0"/>
              <a:t>1</a:t>
            </a:r>
            <a:r>
              <a:rPr lang="ko-KR" altLang="en-US" sz="2300" dirty="0"/>
              <a:t>호선 개통이 주는 영향</a:t>
            </a:r>
            <a:r>
              <a:rPr lang="en-US" altLang="ko-KR" sz="2300" dirty="0"/>
              <a:t>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588095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F20DF-EDC9-45AC-8327-36FC8B292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919" y="2766218"/>
            <a:ext cx="10515600" cy="1325563"/>
          </a:xfrm>
        </p:spPr>
        <p:txBody>
          <a:bodyPr/>
          <a:lstStyle/>
          <a:p>
            <a:r>
              <a:rPr lang="ko-KR" altLang="en-US" dirty="0"/>
              <a:t>실제로 많이들 떠났을까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3017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60527BA-A09A-405F-A6E9-F1B3E9A12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383025"/>
            <a:ext cx="12027408" cy="609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06BA8F-1020-4E16-91CD-54AB1D8F6445}"/>
              </a:ext>
            </a:extLst>
          </p:cNvPr>
          <p:cNvSpPr txBox="1"/>
          <p:nvPr/>
        </p:nvSpPr>
        <p:spPr>
          <a:xfrm>
            <a:off x="4151376" y="713232"/>
            <a:ext cx="3694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/>
              <a:t>순 </a:t>
            </a:r>
            <a:r>
              <a:rPr lang="ko-KR" altLang="en-US" sz="4000" dirty="0" err="1"/>
              <a:t>이동자</a:t>
            </a:r>
            <a:r>
              <a:rPr lang="ko-KR" altLang="en-US" sz="4000" dirty="0"/>
              <a:t> 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1605F22-E88C-4DD6-BECB-00A5196C8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6407"/>
            <a:ext cx="12051792" cy="5399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43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73B570-375D-486C-9D6D-23D38B10A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39" y="494890"/>
            <a:ext cx="11803122" cy="5868219"/>
          </a:xfrm>
          <a:prstGeom prst="rect">
            <a:avLst/>
          </a:prstGeom>
        </p:spPr>
      </p:pic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4C8BE593-EB3F-46EC-8D56-13E8E729E5D4}"/>
              </a:ext>
            </a:extLst>
          </p:cNvPr>
          <p:cNvSpPr/>
          <p:nvPr/>
        </p:nvSpPr>
        <p:spPr>
          <a:xfrm>
            <a:off x="2322576" y="2423159"/>
            <a:ext cx="987552" cy="1005840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255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CE3070-19BC-440A-9655-1B33D4734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75" y="509180"/>
            <a:ext cx="11812649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067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2870</TotalTime>
  <Words>179</Words>
  <Application>Microsoft Office PowerPoint</Application>
  <PresentationFormat>Widescreen</PresentationFormat>
  <Paragraphs>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PowerPoint Presentation</vt:lpstr>
      <vt:lpstr>목차</vt:lpstr>
      <vt:lpstr>측정 단위</vt:lpstr>
      <vt:lpstr>1. 측정 단위</vt:lpstr>
      <vt:lpstr>   2. 전국 인원 추이 및 대구 전출 추이</vt:lpstr>
      <vt:lpstr>PowerPoint Presentation</vt:lpstr>
      <vt:lpstr>PowerPoint Presentation</vt:lpstr>
      <vt:lpstr>PowerPoint Presentation</vt:lpstr>
      <vt:lpstr>      산업군 변동 = ? 지역 인구 변동?     =&gt; 대구와 서울 비교           (1997~ 2001)</vt:lpstr>
      <vt:lpstr>PowerPoint Presentation</vt:lpstr>
      <vt:lpstr>PowerPoint Presentation</vt:lpstr>
      <vt:lpstr>대구와 경북 비교  (2018 ~ 2023)</vt:lpstr>
      <vt:lpstr>PowerPoint Presentation</vt:lpstr>
      <vt:lpstr>PowerPoint Presentation</vt:lpstr>
      <vt:lpstr>PowerPoint Presentation</vt:lpstr>
      <vt:lpstr>대구와 부산 비교  (1992 ~ 2023)</vt:lpstr>
      <vt:lpstr>실제로 많이들 떠났을까?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KDP-516</dc:creator>
  <cp:lastModifiedBy>KDT-13</cp:lastModifiedBy>
  <cp:revision>11</cp:revision>
  <dcterms:created xsi:type="dcterms:W3CDTF">2025-01-23T23:50:16Z</dcterms:created>
  <dcterms:modified xsi:type="dcterms:W3CDTF">2025-02-24T07:35:09Z</dcterms:modified>
</cp:coreProperties>
</file>